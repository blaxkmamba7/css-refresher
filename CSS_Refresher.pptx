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CSS Refresher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Presentation of Study and Practice of Learning Outcomes</a:t>
            </a:r>
          </a:p>
          <a:p>
            <a:r>
              <a:t>Using the Abdul Cars Website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CSS Properties</a:t>
            </a:r>
          </a:p>
          <a:p>
            <a:r>
              <a:t>• CSS Selectors</a:t>
            </a:r>
          </a:p>
          <a:p>
            <a:r>
              <a:t>• Text and Font</a:t>
            </a:r>
          </a:p>
          <a:p>
            <a:r>
              <a:t>• Images in CSS</a:t>
            </a:r>
          </a:p>
          <a:p>
            <a:r>
              <a:t>• Box Model</a:t>
            </a:r>
          </a:p>
          <a:p>
            <a:r>
              <a:t>• px vs em vs rem</a:t>
            </a:r>
          </a:p>
          <a:p>
            <a:r>
              <a:t>• Layout</a:t>
            </a:r>
          </a:p>
          <a:p>
            <a:r>
              <a:t>• Flexbox</a:t>
            </a:r>
          </a:p>
          <a:p>
            <a:r>
              <a:t>• Responsiveness</a:t>
            </a:r>
          </a:p>
          <a:p>
            <a:r>
              <a:t>• Grid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Abdul Cars dealership website developed in HTML and CSS.</a:t>
            </a:r>
          </a:p>
          <a:p>
            <a:r>
              <a:t>The project was used to implement and demonstrate all CSS concepts.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 implemented:</a:t>
            </a:r>
          </a:p>
          <a:p>
            <a:r>
              <a:t>• font-size</a:t>
            </a:r>
          </a:p>
          <a:p>
            <a:r>
              <a:t>• background</a:t>
            </a:r>
          </a:p>
          <a:p>
            <a:r>
              <a:t>• border-radius</a:t>
            </a:r>
          </a:p>
          <a:p>
            <a:r>
              <a:t>• overflow-x</a:t>
            </a:r>
          </a:p>
          <a:p>
            <a:r>
              <a:t>• padding and margin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Element Selector: img</a:t>
            </a:r>
          </a:p>
          <a:p>
            <a:r>
              <a:t>Class Selector: .logo, .hero</a:t>
            </a:r>
          </a:p>
          <a:p>
            <a:r>
              <a:t>ID Selector: #models, #contact</a:t>
            </a:r>
          </a:p>
          <a:p>
            <a:r>
              <a:t>Used to target and style webpage elements.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and Font Styling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Hero heading and paragraph were styled to improve readability and create visual hierarchy.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Images in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Responsive image implementation:</a:t>
            </a:r>
          </a:p>
          <a:p>
            <a:r>
              <a:t>max-width: 100%;</a:t>
            </a:r>
          </a:p>
          <a:p>
            <a:r>
              <a:t>height: auto;</a:t>
            </a:r>
          </a:p>
          <a:p>
            <a:r>
              <a:t>Ensures images scale correctly across devices.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Box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+ Padding + Border + Margin</a:t>
            </a:r>
          </a:p>
          <a:p>
            <a:r>
              <a:t>Used in forms, contact section, and page spacing.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px vs em vs 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px = fixed size</a:t>
            </a:r>
          </a:p>
          <a:p>
            <a:r>
              <a:t>em = relative to parent</a:t>
            </a:r>
          </a:p>
          <a:p>
            <a:r>
              <a:t>rem = relative to root element</a:t>
            </a:r>
          </a:p>
          <a:p>
            <a:r>
              <a:t>Current project mainly uses px.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Header</a:t>
            </a:r>
          </a:p>
          <a:p>
            <a:r>
              <a:t>Hero Section</a:t>
            </a:r>
          </a:p>
          <a:p>
            <a:r>
              <a:t>About Section</a:t>
            </a:r>
          </a:p>
          <a:p>
            <a:r>
              <a:t>Models Section</a:t>
            </a:r>
          </a:p>
          <a:p>
            <a:r>
              <a:t>Contact Section</a:t>
            </a:r>
          </a:p>
          <a:p>
            <a:r>
              <a:t>Booking Form</a:t>
            </a:r>
          </a:p>
          <a:p>
            <a:r>
              <a:t>Footer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 responsive navigation menu.</a:t>
            </a:r>
          </a:p>
          <a:p>
            <a:r>
              <a:t>Provides alignment and spacing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Responsiveness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Media Queries implemented for:</a:t>
            </a:r>
          </a:p>
          <a:p>
            <a:r>
              <a:t>• Mobile phones</a:t>
            </a:r>
          </a:p>
          <a:p>
            <a:r>
              <a:t>• Tablets</a:t>
            </a:r>
          </a:p>
          <a:p>
            <a:r>
              <a:t>• Desktop screens</a:t>
            </a:r>
          </a:p>
          <a:p>
            <a:r>
              <a:t>Includes hamburger navigation menu.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Recommended enhancement:</a:t>
            </a:r>
          </a:p>
          <a:p>
            <a:r>
              <a:t>Use display:grid for booking form layout.</a:t>
            </a:r>
          </a:p>
          <a:p>
            <a:r>
              <a:t>Creates cleaner alignment and spacing.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Abdul Cars project successfully demonstrates all CSS Refresher learning outcomes through practical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